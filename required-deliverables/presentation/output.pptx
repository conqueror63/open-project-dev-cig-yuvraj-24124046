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c1998e3464b80" /><Relationship Type="http://schemas.openxmlformats.org/officeDocument/2006/relationships/extended-properties" Target="/docProps/app.xml" Id="R333e6a37ff9d4116" /><Relationship Type="http://schemas.openxmlformats.org/officeDocument/2006/relationships/officeDocument" Target="/ppt/presentation.xml" Id="R2977f3a05f4f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3f2a574eef4e40"/>
  </p:sldMasterIdLst>
  <p:notesMasterIdLst>
    <p:notesMasterId xmlns:r="http://schemas.openxmlformats.org/officeDocument/2006/relationships" r:id="Rba43c1bb135f4020"/>
  </p:notesMasterIdLst>
  <p:sldIdLst>
    <p:sldId xmlns:r="http://schemas.openxmlformats.org/officeDocument/2006/relationships" id="256" r:id="R82b46d6141544eb7"/>
    <p:sldId xmlns:r="http://schemas.openxmlformats.org/officeDocument/2006/relationships" id="257" r:id="R05ad49eca59a4edb"/>
    <p:sldId xmlns:r="http://schemas.openxmlformats.org/officeDocument/2006/relationships" id="258" r:id="R29d42cbd5ca045dc"/>
    <p:sldId xmlns:r="http://schemas.openxmlformats.org/officeDocument/2006/relationships" id="259" r:id="R73e49c6156744795"/>
    <p:sldId xmlns:r="http://schemas.openxmlformats.org/officeDocument/2006/relationships" id="260" r:id="R3ade174eba65417e"/>
    <p:sldId xmlns:r="http://schemas.openxmlformats.org/officeDocument/2006/relationships" id="261" r:id="R8e216df25ae049a2"/>
    <p:sldId xmlns:r="http://schemas.openxmlformats.org/officeDocument/2006/relationships" id="262" r:id="R3038525d43bf437e"/>
    <p:sldId xmlns:r="http://schemas.openxmlformats.org/officeDocument/2006/relationships" id="263" r:id="R72f4213984c441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25369c738e466c" /><Relationship Type="http://schemas.openxmlformats.org/officeDocument/2006/relationships/slideMaster" Target="/ppt/slideMasters/slideMaster1.xml" Id="Rc03f2a574eef4e40" /><Relationship Type="http://schemas.openxmlformats.org/officeDocument/2006/relationships/notesMaster" Target="/ppt/notesMasters/notesMaster1.xml" Id="Rba43c1bb135f4020" /><Relationship Type="http://schemas.openxmlformats.org/officeDocument/2006/relationships/presProps" Target="/ppt/presProps.xml" Id="Rcb30b77fd9f74863" /><Relationship Type="http://schemas.openxmlformats.org/officeDocument/2006/relationships/viewProps" Target="/ppt/viewProps.xml" Id="R6e0cd34a2f3d4b64" /><Relationship Type="http://schemas.openxmlformats.org/officeDocument/2006/relationships/tableStyles" Target="/ppt/tableStyles.xml" Id="R010855865e654b4d" /><Relationship Type="http://schemas.openxmlformats.org/officeDocument/2006/relationships/slide" Target="/ppt/slides/slide1.xml" Id="R82b46d6141544eb7" /><Relationship Type="http://schemas.openxmlformats.org/officeDocument/2006/relationships/slide" Target="/ppt/slides/slide2.xml" Id="R05ad49eca59a4edb" /><Relationship Type="http://schemas.openxmlformats.org/officeDocument/2006/relationships/slide" Target="/ppt/slides/slide3.xml" Id="R29d42cbd5ca045dc" /><Relationship Type="http://schemas.openxmlformats.org/officeDocument/2006/relationships/slide" Target="/ppt/slides/slide4.xml" Id="R73e49c6156744795" /><Relationship Type="http://schemas.openxmlformats.org/officeDocument/2006/relationships/slide" Target="/ppt/slides/slide5.xml" Id="R3ade174eba65417e" /><Relationship Type="http://schemas.openxmlformats.org/officeDocument/2006/relationships/slide" Target="/ppt/slides/slide6.xml" Id="R8e216df25ae049a2" /><Relationship Type="http://schemas.openxmlformats.org/officeDocument/2006/relationships/slide" Target="/ppt/slides/slide7.xml" Id="R3038525d43bf437e" /><Relationship Type="http://schemas.openxmlformats.org/officeDocument/2006/relationships/slide" Target="/ppt/slides/slide8.xml" Id="R72f4213984c441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759da20537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IG Media Hub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2563EB"/>
      </a:accent2>
      <a:accent3>
        <a:srgbClr val="EA580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IG Media H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3701f79014584" /><Relationship Type="http://schemas.openxmlformats.org/officeDocument/2006/relationships/notesMaster" Target="/ppt/notesMasters/notesMaster1.xml" Id="R7a1206abd679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b5566ca3ce481f" /><Relationship Type="http://schemas.openxmlformats.org/officeDocument/2006/relationships/notesMaster" Target="/ppt/notesMasters/notesMaster1.xml" Id="Rbda7fb6a2ff947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ff18b99e44520" /><Relationship Type="http://schemas.openxmlformats.org/officeDocument/2006/relationships/notesMaster" Target="/ppt/notesMasters/notesMaster1.xml" Id="R8f08f29bfebe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f4a9a3e6084ae8" /><Relationship Type="http://schemas.openxmlformats.org/officeDocument/2006/relationships/notesMaster" Target="/ppt/notesMasters/notesMaster1.xml" Id="R7bc8e5fdff3648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707a3042f425b" /><Relationship Type="http://schemas.openxmlformats.org/officeDocument/2006/relationships/notesMaster" Target="/ppt/notesMasters/notesMaster1.xml" Id="Rac7add5fdabb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5279b5fd97404a" /><Relationship Type="http://schemas.openxmlformats.org/officeDocument/2006/relationships/notesMaster" Target="/ppt/notesMasters/notesMaster1.xml" Id="Rab58407177534b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0faeee03d24bac" /><Relationship Type="http://schemas.openxmlformats.org/officeDocument/2006/relationships/notesMaster" Target="/ppt/notesMasters/notesMaster1.xml" Id="R4eb9c1d144f3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b4dc0a74284bd0" /><Relationship Type="http://schemas.openxmlformats.org/officeDocument/2006/relationships/notesMaster" Target="/ppt/notesMasters/notesMaster1.xml" Id="R3f01ab65fbc8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e578623c549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fceb48d2814ff2" /><Relationship Type="http://schemas.openxmlformats.org/officeDocument/2006/relationships/slideLayout" Target="/ppt/slideLayouts/slideLayout1.xml" Id="Rdbc15925925e41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15925925e41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IG Media Hub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2563EB"/>
      </a:accent2>
      <a:accent3>
        <a:srgbClr val="EA580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IG Media H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cc5260f94284" /><Relationship Type="http://schemas.openxmlformats.org/officeDocument/2006/relationships/notesSlide" Target="/ppt/notesSlides/notesSlide1.xml" Id="Rab3bc4a9647a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e62dfe6e94084" /><Relationship Type="http://schemas.openxmlformats.org/officeDocument/2006/relationships/notesSlide" Target="/ppt/notesSlides/notesSlide2.xml" Id="R027d1bc75d5f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945b37ebd4acc" /><Relationship Type="http://schemas.openxmlformats.org/officeDocument/2006/relationships/notesSlide" Target="/ppt/notesSlides/notesSlide3.xml" Id="R57d8cdb65c834c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33280687e4ffe" /><Relationship Type="http://schemas.openxmlformats.org/officeDocument/2006/relationships/notesSlide" Target="/ppt/notesSlides/notesSlide4.xml" Id="Ree6fb49605da4a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78f69ad3a4acb" /><Relationship Type="http://schemas.openxmlformats.org/officeDocument/2006/relationships/notesSlide" Target="/ppt/notesSlides/notesSlide5.xml" Id="R87d5cc815f07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e74163b4440f1" /><Relationship Type="http://schemas.openxmlformats.org/officeDocument/2006/relationships/notesSlide" Target="/ppt/notesSlides/notesSlide6.xml" Id="R018da400c2074b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cc061cba74175" /><Relationship Type="http://schemas.openxmlformats.org/officeDocument/2006/relationships/notesSlide" Target="/ppt/notesSlides/notesSlide7.xml" Id="R851b8374392d42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0e34c0f524f34" /><Relationship Type="http://schemas.openxmlformats.org/officeDocument/2006/relationships/notesSlide" Target="/ppt/notesSlides/notesSlide8.xml" Id="Re0fec91d2d284b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1D785-4405-41AB-BED2-D6632374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3C7BE-BC19-4BE1-AA34-B7F3A871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858500" cy="476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CA5B8-D1A2-422A-8E2C-4874F740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47750"/>
            <a:ext cx="4191000" cy="476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E6F6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D3CA8-C98C-4974-817C-45C06517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04950"/>
            <a:ext cx="600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CIG Event Media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1D311-522C-4C46-8B78-D0C7E733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A full-stack platform for event-wise media organization, role-based access, social interactions, AI-powered search, cloud-ready storage, face discovery, and watermark downloads.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6A75A-295C-43DD-B79F-1BD26CC3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14325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CD19D-41F1-48FE-98E4-BD03DF7A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EF89-9812-4EBB-94AE-A4B975E1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Mandatory deliverables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8955E-13A2-4826-BA88-4B9DAE4E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529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45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README, database schema, architecture diagram, PPT, demo script, and runnable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5903E-F37A-4133-BEA1-73D848D5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14325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04187-6B09-4F5D-8365-8167BC5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A4313-9C27-4771-96E7-C23555F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910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Human-friendly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90BD4-6EEA-46C2-97E0-C7E0EC0F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529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Simple folder names and readable files: client, server, database, docs, presentation.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68732-37E0-4599-AFFA-4F9C9554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1000125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E5302-958B-4C45-B2E7-85F5F8C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2F783A-7CE2-4CBB-B451-04C697D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000125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0E5AF-9910-40CF-95E4-124B71B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66925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7913E-87C4-4E49-B52F-E1060AB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000125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DE335-AF15-4B6D-9131-AA692B6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AI Tags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46335-DA8C-4F4E-896C-36A3FC7D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000125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B2718-CA10-49FE-A62D-F17EDD2A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14675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8BA0C-F74C-44F1-A76E-39F4AD8C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1000125" cy="762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CC59AA-76A9-4F32-B03E-4DC35041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Cloud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AAE37-85A4-4EA0-A0F2-77CD380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31D94-8B54-4520-88C0-0802422E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288442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CFB71-B6A1-426E-876A-E3F16DE7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7443C-03E7-4CFD-9E8D-0DF41AF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Problem Understanding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DE01B-0AE6-474D-AED4-EADF9FEF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Clubs generate large media libraries, but storage and discovery are scattered.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A6468-1666-4D3A-A34E-4EE0A348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4A85D-D009-467F-91ED-A669BDF8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1A407-167A-4C45-AAA4-C0FC8475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Current pain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4D9B3-AA51-420E-8600-59633B81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Photos and videos live across personal drives, cloud links, and folders with no central ownership.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04E3A-82ED-491C-AAB6-9726D75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2385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004B6-2C74-4AD6-B388-C56B612D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5B479-AC1B-4F4D-883D-387939EC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Operational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F084F-653E-440B-B10A-F11EAEAD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Organizers struggle with access control, event sorting, downloads, and member-specific discovery.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0C73C-8335-442C-B699-BCDC1822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2385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D3CF3-7B2F-4EBB-A4AC-C0234A9D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EF01F-9E8E-42DB-B868-2C96B01B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Proposed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A4B26-2C0B-4C8D-9850-08655EA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28384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A centralized platform where photographers and organizers manage event media efficiently.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8CF3A-3D8B-4436-84A2-F401094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E0BAA-80C1-4CEC-A557-07D9633E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Event-wise albums and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93453-1BE5-4DD6-8D7D-00A608A7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CF3AD-7825-4794-A9B9-F1D213B5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1482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Public/private access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CF078-A705-4999-9A18-5A2B4D2B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4C1E9-B05C-4A4A-8A4F-2AB3CF06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7202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Social engagement and 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B3484-15A2-4FFE-9D80-7AE18B19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6D0B7-4356-44FA-9D4E-7BC47A91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29225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AI-powered tagging, search, and face 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34F13-E36A-4D9F-B7D5-3BD1E24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2F7CB-B4B5-4ABD-83D2-381DE2E7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151930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A3295F-0E72-4661-A43F-510EDA1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A27DA-1BA8-4059-A781-1AE42F68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Core Feature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7C66-20F2-4B24-8210-6C86D7BD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Mandatory platform features are mapped into practical demo modules.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8E936-0E45-4218-B79E-FCEE011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23850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38DAF-09A0-4AC6-B43C-CCC5EFAB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E8C3E-B37A-4883-B945-725E1E7F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Event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8117B-76E6-42E2-89E0-D087F2CE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24075"/>
            <a:ext cx="2838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Create events, album metadata, date/category/name sorting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AA6AE-70E8-40AA-9CBC-1F2D127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23850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D7927-8859-4DFD-BEFB-37371558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A3F2-90E6-4FC0-9B2F-3E94D463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621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Upload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C6A40-F7CC-43F1-B085-86C711EF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24075"/>
            <a:ext cx="2838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Bulk selection, drag-and-drop, previews, file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92202-DD6E-421F-8660-7BF5BFF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23850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16A52-AD24-44CA-879E-37C803FB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DC409-67C2-4CF6-866B-955005BF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Access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6FCB9-D3EA-4D58-8E0E-C675BD92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2838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Admin, Photographer, Member, Viewer permissions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3597B-E3E0-44A4-8495-7ADFE93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23850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0FBF4-E42D-4B87-B8FD-68DFF144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89453-33FA-4D16-8446-08B4E9D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Social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41EB6-8A88-4634-AB9F-019ED30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838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Like, comment, share-ready download, favourites, user tags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22142-0BCB-454F-934B-7BA213E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23850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10242-3463-4B22-A1BC-8A13687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69E06-ECEB-4FF1-B467-0EE0B990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AI/ML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4C8B61-113E-4595-82E3-B366F068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838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Smart tags, advanced search, personalized photo 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6AC4C-B1F3-4365-92B4-0D684A5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238500" cy="147637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A63BD-89D9-4657-A79F-7D48A738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762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63D99-3B85-44FF-8F15-11F4F57D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Cloud + Watermark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6890E-8673-4F6A-8044-08871DF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2838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S3-ready storage keys and role/event watermark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CECA9-F87D-4D52-9018-1897366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A150B-B15D-491C-8956-EA69A875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1403109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7C175-2F80-40EF-97D2-6741DFB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072B5-9D56-4E3C-B864-5FE498FC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Full-Stack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008A3-4341-42F1-BE65-32DD51F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A simple, scalable request flow that can be upgraded for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FE0C1-CE48-4C7B-8C5A-61575AD9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72450-C516-46E5-B395-FCCBCDCF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Web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23584-EB20-42AB-8541-F324319F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D0903-4550-4FA4-AAE5-9834112E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Node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4B8BF-7E53-4BBF-B0BA-5BCF293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17323-9770-4AF8-B946-85E6F3D2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6212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RBAC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0ADD0-8FC6-4097-882C-3E796834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13DF6-BD18-441A-9AEA-A401B3C4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Events &amp;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B6DDA-24E0-493C-B9C3-912FBED4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B1F31-26F3-420E-8EC2-7EFC6A3A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813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Social + Alerts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27C7-3068-4628-B64B-1CA2520A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0250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5EE9A-65A0-4BCC-8E2F-4478DEA4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90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D82C1-C94C-47F2-813B-5EF0ECC4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76F23-5C26-491A-BB3B-552EBAB4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90875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S3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B3C22-C9A5-4DF7-99C4-FF0BCBD1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5240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A6410-82DB-42DD-8A4B-B0B3686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172033"/>
                </a:solidFill>
                <a:latin typeface="Lato"/>
                <a:ea typeface="Lato"/>
                <a:cs typeface="Lato"/>
              </a:rPr>
              <a:t>AI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ED33A-36D2-47A8-808D-6EB3B875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1A879-E237-4FBE-AF5C-8B874A5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43175"/>
            <a:ext cx="4667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08DF3-3D07-4636-BB4C-9CBFD049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43175"/>
            <a:ext cx="9810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067DD-C37C-4114-849C-6320A68F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4317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F4D10-EDAB-41F0-AB57-0B8378A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01A95-8C99-43A0-8BF8-73A7C3F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Client renders dashboard, upload panels, gallery, search, and demo role switcher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51F3B-1974-4947-9DC9-836DE32B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43E329-92BC-4495-9AF8-41623D78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91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API owns validation, permissions, events, media, social actions, and notifications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51A27-17B5-4BB1-9AF4-7E7290C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109BE5-95BA-4003-8BD3-4D133044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5302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Database schema supports production entities; JSON store keeps local demo simple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7DA212-3AA8-45D2-8E6B-CD09A2EF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70827-7159-4D5B-813D-40272FC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149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72033"/>
                </a:solidFill>
                <a:latin typeface="Lato"/>
                <a:ea typeface="Lato"/>
                <a:cs typeface="Lato"/>
              </a:rPr>
              <a:t>Storage and AI layers are adapter-based so cloud services can replace demo logic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D2A8B-401E-4C37-84A9-C04D1787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589AD-F9A7-45F9-812B-A3AF107B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440201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A7CD8-B774-4DBF-B323-CB6F4C38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DFDDD-9F36-4FBC-BF77-4404C7E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4963A-2FDD-4312-BFD0-551A5C9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Chosen to be easy to run, explain, and extend.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C2E96-4AEE-4CF7-8AB0-09D0CEF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23850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A297D-A9A5-47A2-906D-35732D78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18258-E297-4FAE-B922-A32A6D6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331EC-35A0-42DE-BD1E-68DE0983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HTML, CSS, JavaScript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Responsive dashboard, upload UX, gallery actions, search, and face-match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5805F-FC0A-40D9-9696-57E101AF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23850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4EBC2-2C2A-4558-A6BB-AB222A56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A733D-89CE-4BA7-A6E5-DCAAC93A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09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0D190-A5A7-4BBC-9D06-39C12075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Node.js HTTP server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REST-style API, role checks, media actions, notifications, watermark download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5A9B5-681F-4A92-99B7-1FDD649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23850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8E182-2BD7-479E-9C8A-B0DFF7B8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39DE9-06F0-478F-8FE7-735C4974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Data +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87AF4-2218-4083-8102-850DE0E7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28384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JSON demo data + SQL schema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S3-compatible storage key pattern for production cloud integration.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7BFC8-E15E-45E6-B0AB-73691280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0005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3607D-4047-47B3-921F-2BA16B61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102F8-D421-4BCC-A267-FC3A5D67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8625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AI/ML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C4EF7-9367-4D3D-A817-9BDEE89C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48200"/>
            <a:ext cx="3600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Smart tag generator, metadata search, and reference-selfie face discovery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AB04C2-383A-48BE-AD2E-40EA8C7A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40005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0A64E-F09E-4F28-BA7A-DA7D1157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574461-A67F-4F79-A678-01171E67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600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Documentation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6C3BA-EEC2-497B-8BC3-33DAC93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48200"/>
            <a:ext cx="3600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README, architecture diagram, schema, demo video script, and PPT for submission.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DC9910-EF09-486D-9CC3-94949A6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19928-A167-4A89-9B97-542B139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1606708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542954-3BFE-404A-AF0F-35918A60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F4ADC-3E99-4CF5-83EE-8FB62E9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Database Schema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0B24B-A9B4-4E6C-B347-A28CA2E9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Production entities are separated for clear ownership and scalability.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810CE-5225-495A-A6FC-0AA7B90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048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7A5D3-4D5A-4543-8D36-13CB49F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9F80F-E086-46BD-842E-24563F3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id, name, email,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BF5E8-087A-41D6-808C-AE534342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048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7C6D8-0C4C-4BC7-AE13-7112650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85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ED93F-38BE-4922-A88F-EAA194FF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id, name, category, date,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4AA83-64C1-4D87-BA4D-7CEF2062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048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FE77F-EDE9-49A0-954E-106888B4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0E18A-8B5E-44DF-850B-70A7CBCC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event_id, type, storage_key,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19507-4082-4B68-ACC9-E317AC13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048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CADD7-5B16-4C89-AA49-BB7192A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Tags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4FFF4-C6FD-479D-8345-D4195D2C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media_id, tag,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BB5D5-0331-4401-BE32-DFF54B49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3048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CB465-530F-4663-A202-6739527A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600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Social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BEBDB-17B0-464A-A1E3-89E37A26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81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likes, comments, favourites, user_tags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FD013-C331-4CDB-B443-846271B1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3048000" cy="1143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920FB-49C0-4579-B666-921BA8BB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00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Face + Alerts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94628-8E45-4A92-80A2-E6FA887B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face_references, notifications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9525C-57CE-4D18-87A0-4A10C0F9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0F766E"/>
                </a:solidFill>
                <a:latin typeface="Lato"/>
                <a:ea typeface="Lato"/>
                <a:cs typeface="Lato"/>
              </a:rPr>
              <a:t>Schema file: database/schema.sql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83928-92FA-4F81-A7BE-8BD730C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F45B6-EFF4-40B7-B127-31FDAE51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2044502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BBCE5-5E9B-4EB3-AC11-FBF74152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DFDE2-BD62-4C3C-8675-0D9CC73F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AI, Cloud, Access Control, and Notifications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384BE-1F78-41E2-BE75-EA5E15A5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High-scoring areas from the evaluation criteria are represented in the implementation.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890CD-0771-4CA8-94D5-D01739E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9530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301F7-BB86-4EE2-942D-9210C4E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0E6A7-56A5-4E15-915F-F34740C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AI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CAB31-606B-48EC-9953-2700B766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4552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Tags are generated from event context and file metadata. Search works across event name, tags, upload date, and uploader.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3E2F-F61A-428E-A77A-15E3AE40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9ED10-9809-47FC-B30F-9398807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84334-3E16-4348-BF79-BDA0BB43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62125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Face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55354-F615-41B2-B196-ABBEC419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24075"/>
            <a:ext cx="4552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Users can submit a selfie hint and see matching tagged or portrait media in a personalized section.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5DD78-B285-411F-9479-6CEA4BFF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9530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6CB07-6038-416F-ACE5-FBAAF48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C1ABF-08CD-405F-9290-3C565BC7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Cloud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5A7E9-E57B-4D33-BAF4-4731ABD5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4552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Media records store provider and storage key fields so AWS S3 can replace local demo data cleanly.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20752-C2AD-4DC7-B558-4558B80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953000" cy="1381125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8C8B9-1607-411E-9DA9-CFE4604D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62397-6390-4051-A679-B6436B82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Security and alerts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ABA30-BD90-4A37-A3F7-EC49BB1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4552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Roles control private access and uploads. Likes, comments, and tags create user notifications.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DC6A1-1B3A-4CF0-99C9-83804B14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0FA67-51FA-4E07-B840-299FE694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1433175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7B65F-8DA0-4DC6-95CF-21103177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EA40F-BAF4-4A29-B026-14308C76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Poppins"/>
                <a:ea typeface="Poppins"/>
                <a:cs typeface="Poppins"/>
              </a:defRPr>
            </a:pPr>
            <a:r>
              <a:rPr sz="2550" b="1">
                <a:solidFill>
                  <a:srgbClr val="172033"/>
                </a:solidFill>
                <a:latin typeface="Poppins"/>
                <a:ea typeface="Poppins"/>
                <a:cs typeface="Poppins"/>
              </a:rPr>
              <a:t>Demo Flow and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2963-98C3-452B-BD40-58288C97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Everything needed for a clean submission is included in the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F46F7-890E-442F-9903-1C0B001F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85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2D3AB-2DA5-47AB-8589-4E13912F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192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2033"/>
                </a:solidFill>
                <a:latin typeface="Lato"/>
                <a:ea typeface="Lato"/>
                <a:cs typeface="Lato"/>
              </a:rPr>
              <a:t>Run npm start and open http://localhost:3000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90778-2A84-4B01-A59E-D1DDDC4C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0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3A7C3-E147-4AA7-9A3C-4EB7B7F8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336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2033"/>
                </a:solidFill>
                <a:latin typeface="Lato"/>
                <a:ea typeface="Lato"/>
                <a:cs typeface="Lato"/>
              </a:rPr>
              <a:t>Create an event, upload media, preview files, and switch roles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0CD8A-2ED6-45AE-A49E-C49BE1E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63DB-40ED-4033-BB38-3D41A05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2033"/>
                </a:solidFill>
                <a:latin typeface="Lato"/>
                <a:ea typeface="Lato"/>
                <a:cs typeface="Lato"/>
              </a:rPr>
              <a:t>Search by event, tag, date, or uploader and test the face-match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7ECC0-E146-4604-925F-C606523E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A5105-570B-4062-B394-D71B937A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2033"/>
                </a:solidFill>
                <a:latin typeface="Lato"/>
                <a:ea typeface="Lato"/>
                <a:cs typeface="Lato"/>
              </a:rPr>
              <a:t>Like, comment, favourite, and download with watermark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334D0-E78D-4431-8218-799AF0E9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099F7-2CFA-4E70-806C-CA109129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7665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72033"/>
                </a:solidFill>
                <a:latin typeface="Lato"/>
                <a:ea typeface="Lato"/>
                <a:cs typeface="Lato"/>
              </a:rPr>
              <a:t>Show README, database schema, architecture diagram, PPT, and demo video 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14170-2DE0-416D-9917-2EDBFD8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2381250" cy="838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0C2CC0-DA3F-4DB1-815D-5D039E6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00625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819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72033"/>
                </a:solidFill>
                <a:latin typeface="Lato"/>
                <a:ea typeface="Lato"/>
                <a:cs typeface="Lato"/>
              </a:rPr>
              <a:t>Ready for GitHub, deployment, and screen-recorded demo video.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E95CB-CCF2-4233-9A90-49BC3CCD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Event &amp; Media Management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ED762-83D9-4092-81E3-6058D495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38100" tIns="38100" rIns="38100" bIns="38100" anchor="t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667085"/>
                </a:solidFill>
                <a:latin typeface="Lato"/>
                <a:ea typeface="Lato"/>
                <a:cs typeface="Lato"/>
              </a:rPr>
              <a:t>CIG Development Project</a:t>
            </a:r>
          </a:p>
        </p:txBody>
      </p:sp>
    </p:spTree>
    <p:extLst>
      <p:ext uri="{BB962C8B-B14F-4D97-AF65-F5344CB8AC3E}">
        <p14:creationId xmlns:p14="http://schemas.microsoft.com/office/powerpoint/2010/main" val="228663545"/>
      </p:ext>
    </p:extLst>
  </p:cSld>
</p:sld>
</file>

<file path=ppt/theme/theme1.xml><?xml version="1.0" encoding="utf-8"?>
<a:theme xmlns:a="http://schemas.openxmlformats.org/drawingml/2006/main" name="ChatGPT">
  <a:themeElements>
    <a:clrScheme name="CIG Media Hub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F766E"/>
      </a:accent1>
      <a:accent2>
        <a:srgbClr val="2563EB"/>
      </a:accent2>
      <a:accent3>
        <a:srgbClr val="EA580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IG Media Hub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2026-06-08T11:38:27.0740000Z</dcterms:created>
  <dcterms:modified xsi:type="dcterms:W3CDTF">2026-06-08T11:38:27.0740000Z</dcterms:modified>
</coreProperties>
</file>